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94" autoAdjust="0"/>
    <p:restoredTop sz="94660"/>
  </p:normalViewPr>
  <p:slideViewPr>
    <p:cSldViewPr snapToGrid="0">
      <p:cViewPr>
        <p:scale>
          <a:sx n="150" d="100"/>
          <a:sy n="150" d="100"/>
        </p:scale>
        <p:origin x="366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3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4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0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4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4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5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9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A9254-9580-4913-B0B3-96966D42417E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66D19-C222-46C3-B08B-1BE6CB3F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7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9593FED7-B0B0-7A88-6441-1E6B81D4B365}"/>
              </a:ext>
            </a:extLst>
          </p:cNvPr>
          <p:cNvSpPr/>
          <p:nvPr/>
        </p:nvSpPr>
        <p:spPr>
          <a:xfrm>
            <a:off x="2744005" y="0"/>
            <a:ext cx="2073239" cy="10479406"/>
          </a:xfrm>
          <a:prstGeom prst="roundRect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C3B194-6A87-AEE7-6B87-787D0A0FE438}"/>
              </a:ext>
            </a:extLst>
          </p:cNvPr>
          <p:cNvSpPr/>
          <p:nvPr/>
        </p:nvSpPr>
        <p:spPr>
          <a:xfrm>
            <a:off x="3356768" y="212407"/>
            <a:ext cx="847725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進入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60DBF9B-34E8-AEB6-85BF-04D10D222F95}"/>
              </a:ext>
            </a:extLst>
          </p:cNvPr>
          <p:cNvSpPr/>
          <p:nvPr/>
        </p:nvSpPr>
        <p:spPr>
          <a:xfrm>
            <a:off x="3311521" y="807720"/>
            <a:ext cx="938213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初始化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48B713A-DE02-0054-AE90-FEF1CCB8AD3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780628" y="502920"/>
            <a:ext cx="3" cy="3048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16AA1D2-59D9-D340-C80E-5B266D300B91}"/>
              </a:ext>
            </a:extLst>
          </p:cNvPr>
          <p:cNvSpPr/>
          <p:nvPr/>
        </p:nvSpPr>
        <p:spPr>
          <a:xfrm>
            <a:off x="3006720" y="1390333"/>
            <a:ext cx="1547814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開啟並檢查相機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807FBC8-9384-5EE4-59DA-723767050FF3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3780627" y="1098233"/>
            <a:ext cx="1" cy="2921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3C0DF75-0F09-4663-B8BD-8AB31285BFDD}"/>
              </a:ext>
            </a:extLst>
          </p:cNvPr>
          <p:cNvSpPr/>
          <p:nvPr/>
        </p:nvSpPr>
        <p:spPr>
          <a:xfrm>
            <a:off x="395446" y="2555559"/>
            <a:ext cx="428468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sp1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3B37110-D92E-FF7A-D152-4E8052BD2BC6}"/>
              </a:ext>
            </a:extLst>
          </p:cNvPr>
          <p:cNvSpPr/>
          <p:nvPr/>
        </p:nvSpPr>
        <p:spPr>
          <a:xfrm>
            <a:off x="3006720" y="1972946"/>
            <a:ext cx="1547814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標楷體" panose="03000509000000000000" pitchFamily="65" charset="-120"/>
                <a:ea typeface="標楷體" panose="03000509000000000000" pitchFamily="65" charset="-120"/>
              </a:rPr>
              <a:t>開啟</a:t>
            </a:r>
            <a:r>
              <a:rPr lang="en-US" altLang="zh-TW" sz="11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MDP_Mul_Process</a:t>
            </a:r>
            <a:endParaRPr lang="en-US" sz="1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0E34795-AB4F-CBC1-DF8A-FD4DE472EEC5}"/>
              </a:ext>
            </a:extLst>
          </p:cNvPr>
          <p:cNvCxnSpPr>
            <a:cxnSpLocks/>
          </p:cNvCxnSpPr>
          <p:nvPr/>
        </p:nvCxnSpPr>
        <p:spPr>
          <a:xfrm flipH="1">
            <a:off x="3780626" y="1680846"/>
            <a:ext cx="1" cy="29210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E858825-5C39-1D9F-B7D9-B72D2DE94CAD}"/>
              </a:ext>
            </a:extLst>
          </p:cNvPr>
          <p:cNvSpPr/>
          <p:nvPr/>
        </p:nvSpPr>
        <p:spPr>
          <a:xfrm>
            <a:off x="1005046" y="2555559"/>
            <a:ext cx="428468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sp2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0D95C0B1-AEB3-19DF-E8DF-0F181D82436B}"/>
              </a:ext>
            </a:extLst>
          </p:cNvPr>
          <p:cNvSpPr/>
          <p:nvPr/>
        </p:nvSpPr>
        <p:spPr>
          <a:xfrm>
            <a:off x="1614646" y="2555559"/>
            <a:ext cx="428468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sp3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798FF71D-88F0-5285-2E91-E4A4B5B88E0F}"/>
              </a:ext>
            </a:extLst>
          </p:cNvPr>
          <p:cNvSpPr/>
          <p:nvPr/>
        </p:nvSpPr>
        <p:spPr>
          <a:xfrm>
            <a:off x="2224246" y="2555558"/>
            <a:ext cx="428468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sp4</a:t>
            </a:r>
          </a:p>
        </p:txBody>
      </p: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A093EF14-F132-21F9-5391-BA92ADFB55B2}"/>
              </a:ext>
            </a:extLst>
          </p:cNvPr>
          <p:cNvCxnSpPr>
            <a:stCxn id="19" idx="1"/>
            <a:endCxn id="26" idx="0"/>
          </p:cNvCxnSpPr>
          <p:nvPr/>
        </p:nvCxnSpPr>
        <p:spPr>
          <a:xfrm rot="10800000" flipV="1">
            <a:off x="2438480" y="2118202"/>
            <a:ext cx="568240" cy="4373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CEF222A0-8CCD-479F-00CC-CA66A0F6F126}"/>
              </a:ext>
            </a:extLst>
          </p:cNvPr>
          <p:cNvCxnSpPr>
            <a:cxnSpLocks/>
            <a:stCxn id="19" idx="1"/>
            <a:endCxn id="25" idx="0"/>
          </p:cNvCxnSpPr>
          <p:nvPr/>
        </p:nvCxnSpPr>
        <p:spPr>
          <a:xfrm rot="10800000" flipV="1">
            <a:off x="1828880" y="2118203"/>
            <a:ext cx="1177840" cy="4373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4EF125DA-FD31-7BBF-235C-4E843C623093}"/>
              </a:ext>
            </a:extLst>
          </p:cNvPr>
          <p:cNvCxnSpPr>
            <a:cxnSpLocks/>
            <a:stCxn id="19" idx="1"/>
            <a:endCxn id="24" idx="0"/>
          </p:cNvCxnSpPr>
          <p:nvPr/>
        </p:nvCxnSpPr>
        <p:spPr>
          <a:xfrm rot="10800000" flipV="1">
            <a:off x="1219280" y="2118203"/>
            <a:ext cx="1787440" cy="4373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B0E0C620-FD7C-3245-32BC-814BE624F393}"/>
              </a:ext>
            </a:extLst>
          </p:cNvPr>
          <p:cNvCxnSpPr>
            <a:cxnSpLocks/>
            <a:stCxn id="19" idx="1"/>
            <a:endCxn id="16" idx="0"/>
          </p:cNvCxnSpPr>
          <p:nvPr/>
        </p:nvCxnSpPr>
        <p:spPr>
          <a:xfrm rot="10800000" flipV="1">
            <a:off x="609680" y="2118203"/>
            <a:ext cx="2397040" cy="4373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72040B2D-E23A-C9B6-9520-771423CABE5D}"/>
              </a:ext>
            </a:extLst>
          </p:cNvPr>
          <p:cNvSpPr/>
          <p:nvPr/>
        </p:nvSpPr>
        <p:spPr>
          <a:xfrm>
            <a:off x="1025725" y="1865789"/>
            <a:ext cx="1177841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Open 4 subprocess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4E7ACF7D-1F95-A7A7-C1FD-909C6431C31A}"/>
              </a:ext>
            </a:extLst>
          </p:cNvPr>
          <p:cNvSpPr/>
          <p:nvPr/>
        </p:nvSpPr>
        <p:spPr>
          <a:xfrm>
            <a:off x="3006718" y="2559686"/>
            <a:ext cx="1547814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開啟影像輸入</a:t>
            </a:r>
            <a:r>
              <a:rPr lang="en-US" altLang="zh-TW" sz="1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thread</a:t>
            </a:r>
            <a:endParaRPr lang="en-US" sz="1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9836C29C-4961-247B-44C4-709702EAD92C}"/>
              </a:ext>
            </a:extLst>
          </p:cNvPr>
          <p:cNvCxnSpPr>
            <a:cxnSpLocks/>
            <a:stCxn id="19" idx="2"/>
            <a:endCxn id="44" idx="0"/>
          </p:cNvCxnSpPr>
          <p:nvPr/>
        </p:nvCxnSpPr>
        <p:spPr>
          <a:xfrm flipH="1">
            <a:off x="3780625" y="2263459"/>
            <a:ext cx="2" cy="296227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B8E9FA4C-34F0-5F48-27BA-7A1D51FF0D83}"/>
              </a:ext>
            </a:extLst>
          </p:cNvPr>
          <p:cNvSpPr/>
          <p:nvPr/>
        </p:nvSpPr>
        <p:spPr>
          <a:xfrm>
            <a:off x="5742853" y="3146425"/>
            <a:ext cx="1296122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讀取並輸入影像</a:t>
            </a:r>
            <a:endParaRPr 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44ADCA8E-F6A7-36D1-85E0-F5DE1D18B757}"/>
              </a:ext>
            </a:extLst>
          </p:cNvPr>
          <p:cNvCxnSpPr>
            <a:cxnSpLocks/>
            <a:stCxn id="44" idx="3"/>
            <a:endCxn id="51" idx="0"/>
          </p:cNvCxnSpPr>
          <p:nvPr/>
        </p:nvCxnSpPr>
        <p:spPr>
          <a:xfrm>
            <a:off x="4554532" y="2704943"/>
            <a:ext cx="1836382" cy="4414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A3DC059F-91CC-88BA-8F36-259389A51022}"/>
              </a:ext>
            </a:extLst>
          </p:cNvPr>
          <p:cNvCxnSpPr>
            <a:stCxn id="51" idx="1"/>
            <a:endCxn id="26" idx="2"/>
          </p:cNvCxnSpPr>
          <p:nvPr/>
        </p:nvCxnSpPr>
        <p:spPr>
          <a:xfrm rot="10800000">
            <a:off x="2438481" y="2846072"/>
            <a:ext cx="3304373" cy="4456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D37ECD6E-F58D-FC2E-817D-D7D558A83E00}"/>
              </a:ext>
            </a:extLst>
          </p:cNvPr>
          <p:cNvCxnSpPr>
            <a:stCxn id="51" idx="1"/>
            <a:endCxn id="25" idx="2"/>
          </p:cNvCxnSpPr>
          <p:nvPr/>
        </p:nvCxnSpPr>
        <p:spPr>
          <a:xfrm rot="10800000">
            <a:off x="1828881" y="2846072"/>
            <a:ext cx="3913973" cy="4456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8E1D9755-6350-DEDF-7803-C4298D7514D4}"/>
              </a:ext>
            </a:extLst>
          </p:cNvPr>
          <p:cNvCxnSpPr>
            <a:cxnSpLocks/>
            <a:stCxn id="51" idx="1"/>
          </p:cNvCxnSpPr>
          <p:nvPr/>
        </p:nvCxnSpPr>
        <p:spPr>
          <a:xfrm rot="10800000">
            <a:off x="1219283" y="2835040"/>
            <a:ext cx="4523571" cy="456642"/>
          </a:xfrm>
          <a:prstGeom prst="bentConnector3">
            <a:avLst>
              <a:gd name="adj1" fmla="val 99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EA383BEA-BFEB-B0E8-2C5D-9D13CB3FC677}"/>
              </a:ext>
            </a:extLst>
          </p:cNvPr>
          <p:cNvCxnSpPr>
            <a:cxnSpLocks/>
            <a:stCxn id="51" idx="1"/>
            <a:endCxn id="16" idx="2"/>
          </p:cNvCxnSpPr>
          <p:nvPr/>
        </p:nvCxnSpPr>
        <p:spPr>
          <a:xfrm rot="10800000">
            <a:off x="609681" y="2846072"/>
            <a:ext cx="5133173" cy="4456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3D695585-C739-1E29-C774-70492E470207}"/>
              </a:ext>
            </a:extLst>
          </p:cNvPr>
          <p:cNvSpPr/>
          <p:nvPr/>
        </p:nvSpPr>
        <p:spPr>
          <a:xfrm>
            <a:off x="3006717" y="3614897"/>
            <a:ext cx="1547814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讀取骨架資訊</a:t>
            </a:r>
            <a:endParaRPr lang="en-US" sz="1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2F1245B8-8DED-46F6-1058-ABE3E3FB7000}"/>
              </a:ext>
            </a:extLst>
          </p:cNvPr>
          <p:cNvCxnSpPr>
            <a:cxnSpLocks/>
            <a:stCxn id="44" idx="2"/>
            <a:endCxn id="81" idx="0"/>
          </p:cNvCxnSpPr>
          <p:nvPr/>
        </p:nvCxnSpPr>
        <p:spPr>
          <a:xfrm flipH="1">
            <a:off x="3780624" y="2850199"/>
            <a:ext cx="1" cy="76469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接點: 肘形 93">
            <a:extLst>
              <a:ext uri="{FF2B5EF4-FFF2-40B4-BE49-F238E27FC236}">
                <a16:creationId xmlns:a16="http://schemas.microsoft.com/office/drawing/2014/main" id="{C23C90A2-EA5D-AAA2-4198-913B41F909F1}"/>
              </a:ext>
            </a:extLst>
          </p:cNvPr>
          <p:cNvCxnSpPr>
            <a:stCxn id="26" idx="1"/>
            <a:endCxn id="81" idx="1"/>
          </p:cNvCxnSpPr>
          <p:nvPr/>
        </p:nvCxnSpPr>
        <p:spPr>
          <a:xfrm rot="10800000" flipH="1" flipV="1">
            <a:off x="2224245" y="2700814"/>
            <a:ext cx="782471" cy="1059339"/>
          </a:xfrm>
          <a:prstGeom prst="bentConnector3">
            <a:avLst>
              <a:gd name="adj1" fmla="val -121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4B61F745-F6C1-616A-99A1-8CA984583BEA}"/>
              </a:ext>
            </a:extLst>
          </p:cNvPr>
          <p:cNvCxnSpPr>
            <a:cxnSpLocks/>
            <a:stCxn id="25" idx="1"/>
            <a:endCxn id="81" idx="1"/>
          </p:cNvCxnSpPr>
          <p:nvPr/>
        </p:nvCxnSpPr>
        <p:spPr>
          <a:xfrm rot="10800000" flipH="1" flipV="1">
            <a:off x="1614645" y="2700816"/>
            <a:ext cx="1392071" cy="1059338"/>
          </a:xfrm>
          <a:prstGeom prst="bentConnector3">
            <a:avLst>
              <a:gd name="adj1" fmla="val -77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接點: 肘形 100">
            <a:extLst>
              <a:ext uri="{FF2B5EF4-FFF2-40B4-BE49-F238E27FC236}">
                <a16:creationId xmlns:a16="http://schemas.microsoft.com/office/drawing/2014/main" id="{0ACA673C-3C63-F7A5-82F6-B9E914D8603A}"/>
              </a:ext>
            </a:extLst>
          </p:cNvPr>
          <p:cNvCxnSpPr>
            <a:cxnSpLocks/>
            <a:stCxn id="24" idx="1"/>
            <a:endCxn id="81" idx="1"/>
          </p:cNvCxnSpPr>
          <p:nvPr/>
        </p:nvCxnSpPr>
        <p:spPr>
          <a:xfrm rot="10800000" flipH="1" flipV="1">
            <a:off x="1005045" y="2700816"/>
            <a:ext cx="2001671" cy="1059338"/>
          </a:xfrm>
          <a:prstGeom prst="bentConnector3">
            <a:avLst>
              <a:gd name="adj1" fmla="val -47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接點: 肘形 104">
            <a:extLst>
              <a:ext uri="{FF2B5EF4-FFF2-40B4-BE49-F238E27FC236}">
                <a16:creationId xmlns:a16="http://schemas.microsoft.com/office/drawing/2014/main" id="{BCF07DE1-B031-292B-1D0B-C49BC2F71C91}"/>
              </a:ext>
            </a:extLst>
          </p:cNvPr>
          <p:cNvCxnSpPr>
            <a:cxnSpLocks/>
            <a:stCxn id="16" idx="1"/>
            <a:endCxn id="81" idx="1"/>
          </p:cNvCxnSpPr>
          <p:nvPr/>
        </p:nvCxnSpPr>
        <p:spPr>
          <a:xfrm rot="10800000" flipH="1" flipV="1">
            <a:off x="395445" y="2700816"/>
            <a:ext cx="2611271" cy="1059338"/>
          </a:xfrm>
          <a:prstGeom prst="bentConnector3">
            <a:avLst>
              <a:gd name="adj1" fmla="val -3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DEA029A-A493-7DBA-91D5-9E6AFF32C0A2}"/>
              </a:ext>
            </a:extLst>
          </p:cNvPr>
          <p:cNvSpPr/>
          <p:nvPr/>
        </p:nvSpPr>
        <p:spPr>
          <a:xfrm>
            <a:off x="3006717" y="4201638"/>
            <a:ext cx="1547814" cy="2905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判斷</a:t>
            </a:r>
            <a:endParaRPr lang="en-US" sz="1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B6B01D24-D7B3-3673-8E9B-B9FA0CD6E405}"/>
              </a:ext>
            </a:extLst>
          </p:cNvPr>
          <p:cNvCxnSpPr>
            <a:cxnSpLocks/>
            <a:stCxn id="81" idx="2"/>
            <a:endCxn id="109" idx="0"/>
          </p:cNvCxnSpPr>
          <p:nvPr/>
        </p:nvCxnSpPr>
        <p:spPr>
          <a:xfrm>
            <a:off x="3780624" y="3905410"/>
            <a:ext cx="0" cy="29622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2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31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廷原 方</dc:creator>
  <cp:lastModifiedBy>廷原 方</cp:lastModifiedBy>
  <cp:revision>2</cp:revision>
  <dcterms:created xsi:type="dcterms:W3CDTF">2025-12-24T08:42:59Z</dcterms:created>
  <dcterms:modified xsi:type="dcterms:W3CDTF">2025-12-24T08:59:03Z</dcterms:modified>
</cp:coreProperties>
</file>